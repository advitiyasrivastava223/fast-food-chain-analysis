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Calories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Mcdonalds</c:v>
                </c:pt>
                <c:pt idx="1">
                  <c:v>Sonic</c:v>
                </c:pt>
                <c:pt idx="2">
                  <c:v>Burger King</c:v>
                </c:pt>
                <c:pt idx="3">
                  <c:v>Arbys</c:v>
                </c:pt>
                <c:pt idx="4">
                  <c:v>Dairy Queen</c:v>
                </c:pt>
                <c:pt idx="5">
                  <c:v>Subway</c:v>
                </c:pt>
                <c:pt idx="6">
                  <c:v>Taco Bell</c:v>
                </c:pt>
                <c:pt idx="7">
                  <c:v>Chick Fil-A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640.4</c:v>
                </c:pt>
                <c:pt idx="1">
                  <c:v>631.70000000000005</c:v>
                </c:pt>
                <c:pt idx="2">
                  <c:v>608.6</c:v>
                </c:pt>
                <c:pt idx="3">
                  <c:v>532.70000000000005</c:v>
                </c:pt>
                <c:pt idx="4">
                  <c:v>520.20000000000005</c:v>
                </c:pt>
                <c:pt idx="5">
                  <c:v>503</c:v>
                </c:pt>
                <c:pt idx="6">
                  <c:v>443</c:v>
                </c:pt>
                <c:pt idx="7">
                  <c:v>384.4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91-4316-BDDE-4B47270396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Sodium (mg)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Arbys</c:v>
                </c:pt>
                <c:pt idx="1">
                  <c:v>Mcdonalds</c:v>
                </c:pt>
                <c:pt idx="2">
                  <c:v>Sonic</c:v>
                </c:pt>
                <c:pt idx="3">
                  <c:v>Subway</c:v>
                </c:pt>
                <c:pt idx="4">
                  <c:v>Burger King</c:v>
                </c:pt>
                <c:pt idx="5">
                  <c:v>Dairy Queen</c:v>
                </c:pt>
                <c:pt idx="6">
                  <c:v>Chick Fil-A</c:v>
                </c:pt>
                <c:pt idx="7">
                  <c:v>Taco Bell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1515.3</c:v>
                </c:pt>
                <c:pt idx="1">
                  <c:v>1437.9</c:v>
                </c:pt>
                <c:pt idx="2">
                  <c:v>1350.8</c:v>
                </c:pt>
                <c:pt idx="3">
                  <c:v>1273</c:v>
                </c:pt>
                <c:pt idx="4">
                  <c:v>1223.5999999999999</c:v>
                </c:pt>
                <c:pt idx="5">
                  <c:v>1181.8</c:v>
                </c:pt>
                <c:pt idx="6">
                  <c:v>1151.5</c:v>
                </c:pt>
                <c:pt idx="7">
                  <c:v>1012.4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36-4637-8F5F-7BE2A62427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Protein per Calorie</c:v>
                </c:pt>
              </c:strCache>
            </c:strRef>
          </c:tx>
          <c:spPr>
            <a:solidFill>
              <a:srgbClr val="F9E795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Chick Fil-A</c:v>
                </c:pt>
                <c:pt idx="1">
                  <c:v>Subway</c:v>
                </c:pt>
                <c:pt idx="2">
                  <c:v>Mcdonalds</c:v>
                </c:pt>
                <c:pt idx="3">
                  <c:v>Arbys</c:v>
                </c:pt>
                <c:pt idx="4">
                  <c:v>Sonic</c:v>
                </c:pt>
                <c:pt idx="5">
                  <c:v>Dairy Queen</c:v>
                </c:pt>
                <c:pt idx="6">
                  <c:v>Burger King</c:v>
                </c:pt>
                <c:pt idx="7">
                  <c:v>Taco Bell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9.5799999999999996E-2</c:v>
                </c:pt>
                <c:pt idx="1">
                  <c:v>6.59E-2</c:v>
                </c:pt>
                <c:pt idx="2">
                  <c:v>6.3200000000000006E-2</c:v>
                </c:pt>
                <c:pt idx="3">
                  <c:v>5.62E-2</c:v>
                </c:pt>
                <c:pt idx="4">
                  <c:v>5.2400000000000002E-2</c:v>
                </c:pt>
                <c:pt idx="5">
                  <c:v>5.0700000000000002E-2</c:v>
                </c:pt>
                <c:pt idx="6">
                  <c:v>4.8599999999999997E-2</c:v>
                </c:pt>
                <c:pt idx="7">
                  <c:v>4.0800000000000003E-2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44-4CCA-B386-57C33705AC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889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3A4A94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3A4A9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Food Chains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Nutrition Analysis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 look at calories, fat, sodium and protein across 8 restaurants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CDACL-004  |  Rubixe Internship Project</a:t>
            </a:r>
            <a:endParaRPr 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D54E44-EF53-BB69-B352-2C4054BCC7E9}"/>
              </a:ext>
            </a:extLst>
          </p:cNvPr>
          <p:cNvSpPr txBox="1"/>
          <p:nvPr/>
        </p:nvSpPr>
        <p:spPr>
          <a:xfrm>
            <a:off x="7453292" y="4129177"/>
            <a:ext cx="37322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u="sng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Project</a:t>
            </a:r>
            <a:r>
              <a:rPr lang="en-IN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: CDACL-004 | </a:t>
            </a:r>
            <a:r>
              <a:rPr lang="en-IN" i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Rubixe</a:t>
            </a:r>
            <a:r>
              <a:rPr lang="en-IN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Internship Project</a:t>
            </a:r>
            <a:endParaRPr lang="en-IN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</a:t>
            </a:r>
          </a:p>
          <a:p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</a:t>
            </a:r>
          </a:p>
          <a:p>
            <a:r>
              <a:rPr lang="en-IN" u="sng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Prepared by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: Advitiya Srivastava</a:t>
            </a:r>
          </a:p>
          <a:p>
            <a:r>
              <a:rPr lang="en-IN" u="sng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Submission Date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: 29/08/2026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Is About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data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830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info for 513 menu items across 8 fast food restaurants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560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9260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calories, fat, sodium, sugar and protein across items and chains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703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restaurant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690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 deeper dive into one chain to see what its menu actually looks like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846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dashboard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2120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so anyone can explore the data themselves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CDACL-004  |  Fast Food Nutrition Analysis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EDDD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513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EDDD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508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EDD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508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columns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covered: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McDonald's, Chick-Fil-A, Sonic, Arby's, Burger King, Dairy Queen, Subway, Taco Bell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1371600"/>
            <a:ext cx="4663440" cy="4846320"/>
          </a:xfrm>
          <a:prstGeom prst="roundRect">
            <a:avLst>
              <a:gd name="adj" fmla="val 1569"/>
            </a:avLst>
          </a:prstGeom>
          <a:solidFill>
            <a:srgbClr val="2F3C7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0920" y="217627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35240" y="202996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2 duplicate rows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60920" y="28346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35240" y="268833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'satish' column — 100% empty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60920" y="3493008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35240" y="334670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'age' column — always 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60920" y="4151376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35240" y="400507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'salad' column was constant (‘Other’) — not useful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60920" y="4809744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35240" y="46634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fiber/protein/vitamin data left blank, not guessed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60920" y="546811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35240" y="532180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column available in the data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CDACL-004  |  Fast Food Nutrition Analysis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McDonald's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the deep-dive — good mix of burgers, chicken and salads, 57 items in total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9F5"/>
          </a:solidFill>
          <a:ln w="12700">
            <a:solidFill>
              <a:srgbClr val="EED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calories per item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9F5"/>
          </a:solidFill>
          <a:ln w="12700">
            <a:solidFill>
              <a:srgbClr val="EEDD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32g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fat per item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9F5"/>
          </a:solidFill>
          <a:ln w="12700">
            <a:solidFill>
              <a:srgbClr val="EEDD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1438mg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sodium per item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9F5"/>
          </a:solidFill>
          <a:ln w="12700">
            <a:solidFill>
              <a:srgbClr val="EEDD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40g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protein per item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2F3C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474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Heaviest item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piece Buttermilk Crispy Chicken Tenders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2430 calories  •  141g fat  •  6080mg sodium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8920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also the single highest-sodium item in the entire dataset, across all 8 restaurants.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3246120"/>
            <a:ext cx="5532120" cy="2926080"/>
          </a:xfrm>
          <a:prstGeom prst="roundRect">
            <a:avLst>
              <a:gd name="adj" fmla="val 2500"/>
            </a:avLst>
          </a:prstGeom>
          <a:solidFill>
            <a:srgbClr val="FFF9F5"/>
          </a:solidFill>
          <a:ln w="12700">
            <a:solidFill>
              <a:srgbClr val="EEDDD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474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Lightest item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Asian Salad w/o Chicken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calories  •  7g fat  •  20mg sodium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8920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protein-per-calorie picks are the grilled chicken salads — good option for lighter, high-protein meals.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CDACL-004  |  Fast Food Nutrition Analysis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Calories by Restaurant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143000"/>
          <a:ext cx="1106424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CDACL-004  |  Fast Food Nutrition Analysis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Sodium by Restaurant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143000"/>
          <a:ext cx="1106424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Arby's has the highest average sodium — even though it isn't the highest in calories.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Restaurant Is 'Healthiest'?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protein-to-calorie ratio (more protein per calorie = generally healthier)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110642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CDACL-004  |  Fast Food Nutrition Analysis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3A4A94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630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and Sonic have the highest average calories; Chick-Fil-A has the lowest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3A4A94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5059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Arby's menu is the most sodium-heavy overall, even though it's not the highest in calories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3A4A94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666744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666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438144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Chick-Fil-A gives the most protein per calorie — the best ratio of all 8 chains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2569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3A4A94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654296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654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42569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Taco Bell is light on calories and sodium, but also lowest in protein — less filling per item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41324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3A4A94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641848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641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41324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within one restaurant (McDonald's), items range from 140 to 2430 calories — menu choice matters a lot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Power BI — Fast Food Analysis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9050">
            <a:solidFill>
              <a:srgbClr val="DDD0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383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89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Restaurant filter (slicer)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5989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Calories vs protein scatter (513 items)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5989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/ lowest calorie &amp; sodium cards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15400" y="5989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 calories &amp; sodium bar charts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CDACL-004  |  Fast Food Nutrition Analysis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6E7813-2DBC-7588-9945-2D54A4247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11155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9F5"/>
          </a:solidFill>
          <a:ln w="12700">
            <a:solidFill>
              <a:srgbClr val="EEDDD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642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data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664208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Couldn't calculate average price per dish as mentioned in the assignment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9F5"/>
          </a:solidFill>
          <a:ln w="12700">
            <a:solidFill>
              <a:srgbClr val="EEDDD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8529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vitamins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852928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A, vitamin C and calcium missing for ~41% of items (mainly Taco Bell, Burger King, Arby's)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9F5"/>
          </a:solidFill>
          <a:ln w="12700">
            <a:solidFill>
              <a:srgbClr val="EEDD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0416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'salad' column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4041648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had the same value, so it couldn't be used for salad vs non-salad comparison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9F5"/>
          </a:solidFill>
          <a:ln w="12700">
            <a:solidFill>
              <a:srgbClr val="EEDDD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52303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data only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5230368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account for real portion sizes or customizations people actually order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CDACL-004  |  Fast Food Nutrition Analysis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5303520"/>
            <a:ext cx="2743200" cy="2743200"/>
          </a:xfrm>
          <a:prstGeom prst="ellipse">
            <a:avLst/>
          </a:prstGeom>
          <a:solidFill>
            <a:srgbClr val="3A4A94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822960"/>
            <a:ext cx="2194560" cy="2194560"/>
          </a:xfrm>
          <a:prstGeom prst="ellipse">
            <a:avLst/>
          </a:prstGeom>
          <a:solidFill>
            <a:srgbClr val="3A4A9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CDACL-004  |  Fast Food Chains Nutrition Analysis  |  Rubixe Internship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630</Words>
  <Application>Microsoft Office PowerPoint</Application>
  <PresentationFormat>Widescreen</PresentationFormat>
  <Paragraphs>115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Utkarsh Gamer</cp:lastModifiedBy>
  <cp:revision>3</cp:revision>
  <dcterms:created xsi:type="dcterms:W3CDTF">2026-08-29T06:42:27Z</dcterms:created>
  <dcterms:modified xsi:type="dcterms:W3CDTF">2026-09-21T12:24:10Z</dcterms:modified>
</cp:coreProperties>
</file>